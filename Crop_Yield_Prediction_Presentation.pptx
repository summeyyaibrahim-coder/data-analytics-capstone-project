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Crop Yield Prediction for Smart Agriculture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F5EC"/>
                </a:solidFill>
              </a:defRPr>
            </a:pPr>
            <a:r>
              <a:t>Inceptor Kenya | Data Science Capstone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429000" cy="2240280"/>
          </a:xfrm>
          <a:prstGeom prst="rect">
            <a:avLst/>
          </a:prstGeom>
          <a:solidFill>
            <a:srgbClr val="FFFFFF"/>
          </a:solidFill>
          <a:ln w="1">
            <a:solidFill>
              <a:srgbClr val="12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161F1C"/>
                </a:solidFill>
              </a:defRPr>
            </a:pPr>
            <a:r>
              <a:t>Problem Statement</a:t>
            </a:r>
            <a:br/>
            <a:br/>
            <a:r>
              <a:t>Agriculture in Kenya faces uncertainty in estimating harvest output. Traditional methods are slow and limited.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429000" cy="2240280"/>
          </a:xfrm>
          <a:prstGeom prst="rect">
            <a:avLst/>
          </a:prstGeom>
          <a:solidFill>
            <a:srgbClr val="FFFFFF"/>
          </a:solidFill>
          <a:ln w="1">
            <a:solidFill>
              <a:srgbClr val="12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161F1C"/>
                </a:solidFill>
              </a:defRPr>
            </a:pPr>
            <a:r>
              <a:t>Objective</a:t>
            </a:r>
            <a:br/>
            <a:br/>
            <a:r>
              <a:t>Build a machine learning model to predict crop yield using remote sensing, soil, and weather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737360"/>
            <a:ext cx="3429000" cy="2240280"/>
          </a:xfrm>
          <a:prstGeom prst="rect">
            <a:avLst/>
          </a:prstGeom>
          <a:solidFill>
            <a:srgbClr val="FFFFFF"/>
          </a:solidFill>
          <a:ln w="1">
            <a:solidFill>
              <a:srgbClr val="12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161F1C"/>
                </a:solidFill>
              </a:defRPr>
            </a:pPr>
            <a:r>
              <a:t>Methodology</a:t>
            </a:r>
            <a:br/>
            <a:br/>
            <a:r>
              <a:t>Feature engineering, encoding, scaling, train/test split, and Random Forest regression.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3383280" cy="1005840"/>
          </a:xfrm>
          <a:prstGeom prst="rect">
            <a:avLst/>
          </a:prstGeom>
          <a:solidFill>
            <a:srgbClr val="12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R² Score: 0.9336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4663440"/>
            <a:ext cx="33832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12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61F1C"/>
                </a:solidFill>
              </a:defRPr>
            </a:pPr>
            <a:r>
              <a:t>Rows Used: 1625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4663440"/>
            <a:ext cx="3200400" cy="1005840"/>
          </a:xfrm>
          <a:prstGeom prst="rect">
            <a:avLst/>
          </a:prstGeom>
          <a:solidFill>
            <a:srgbClr val="12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Model: Random Forest Regressor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and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303520" cy="4572000"/>
          </a:xfrm>
          <a:prstGeom prst="rect">
            <a:avLst/>
          </a:prstGeom>
          <a:solidFill>
            <a:srgbClr val="FFFFFF"/>
          </a:solidFill>
          <a:ln w="1">
            <a:solidFill>
              <a:srgbClr val="12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61F1C"/>
                </a:solidFill>
              </a:defRPr>
            </a:pPr>
            <a:r>
              <a:t>Key Features</a:t>
            </a:r>
            <a:br/>
            <a:br/>
            <a:r>
              <a:t>• Latitude and longitude</a:t>
            </a:r>
            <a:br/>
            <a:r>
              <a:t>• NDVI, GNDVI, NDWI, SAVI</a:t>
            </a:r>
            <a:br/>
            <a:r>
              <a:t>• Soil moisture</a:t>
            </a:r>
            <a:br/>
            <a:r>
              <a:t>• Temperature</a:t>
            </a:r>
            <a:br/>
            <a:r>
              <a:t>• Rainfall</a:t>
            </a:r>
            <a:br/>
            <a:r>
              <a:t>• Crop type</a:t>
            </a:r>
            <a:br/>
            <a:r>
              <a:t>• Yield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394960" cy="4572000"/>
          </a:xfrm>
          <a:prstGeom prst="rect">
            <a:avLst/>
          </a:prstGeom>
          <a:solidFill>
            <a:srgbClr val="FFFFFF"/>
          </a:solidFill>
          <a:ln w="1">
            <a:solidFill>
              <a:srgbClr val="12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solidFill>
                  <a:srgbClr val="161F1C"/>
                </a:solidFill>
              </a:defRPr>
            </a:pPr>
            <a:r>
              <a:t>Engineering Added</a:t>
            </a:r>
            <a:br/>
            <a:br/>
            <a:r>
              <a:t>• NDVI × Temperature</a:t>
            </a:r>
            <a:br/>
            <a:r>
              <a:t>• NDVI × Rainfall</a:t>
            </a:r>
            <a:br/>
            <a:r>
              <a:t>• SAVI × Soil Moisture</a:t>
            </a:r>
            <a:br/>
            <a:br/>
            <a:r>
              <a:t>These interactions capture crop stress, plant vigor, and moisture conditions more realistically.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Model Workflow and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solidFill>
            <a:srgbClr val="FFFFFF"/>
          </a:solidFill>
          <a:ln w="1">
            <a:solidFill>
              <a:srgbClr val="12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161F1C"/>
                </a:solidFill>
              </a:defRPr>
            </a:pPr>
            <a:r>
              <a:t>1. Load and clean agricultural dataset</a:t>
            </a:r>
            <a:br/>
            <a:r>
              <a:t>2. Engineer interaction features</a:t>
            </a:r>
            <a:br/>
            <a:r>
              <a:t>3. Encode crop type</a:t>
            </a:r>
            <a:br/>
            <a:r>
              <a:t>4. Scale numerical inputs</a:t>
            </a:r>
            <a:br/>
            <a:r>
              <a:t>5. Split into training and testing sets</a:t>
            </a:r>
            <a:br/>
            <a:r>
              <a:t>6. Train Random Forest Regressor</a:t>
            </a:r>
            <a:br/>
            <a:r>
              <a:t>7. Evaluate using R² score</a:t>
            </a:r>
            <a:br/>
            <a:r>
              <a:t>8. Deploy web application for real-time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760720"/>
            <a:ext cx="10972800" cy="822960"/>
          </a:xfrm>
          <a:prstGeom prst="rect">
            <a:avLst/>
          </a:prstGeom>
          <a:solidFill>
            <a:srgbClr val="12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Web App: user inputs field conditions and receives a predicted yield instantly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2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Results and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4114800" cy="4389120"/>
          </a:xfrm>
          <a:prstGeom prst="rect">
            <a:avLst/>
          </a:prstGeom>
          <a:solidFill>
            <a:srgbClr val="FFFFFF"/>
          </a:solidFill>
          <a:ln w="1">
            <a:solidFill>
              <a:srgbClr val="12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161F1C"/>
                </a:solidFill>
              </a:defRPr>
            </a:pPr>
            <a:r>
              <a:t>Model Performance</a:t>
            </a:r>
            <a:br/>
            <a:br/>
            <a:r>
              <a:t>• R² Score: 0.9336</a:t>
            </a:r>
            <a:br/>
            <a:r>
              <a:t>• Strong explanation of yield variability</a:t>
            </a:r>
            <a:br/>
            <a:r>
              <a:t>• Suitable for planning and 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371600"/>
            <a:ext cx="5943600" cy="4389120"/>
          </a:xfrm>
          <a:prstGeom prst="rect">
            <a:avLst/>
          </a:prstGeom>
          <a:solidFill>
            <a:srgbClr val="FFFFFF"/>
          </a:solidFill>
          <a:ln w="1">
            <a:solidFill>
              <a:srgbClr val="12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161F1C"/>
                </a:solidFill>
              </a:defRPr>
            </a:pPr>
            <a:r>
              <a:t>Business Value</a:t>
            </a:r>
            <a:br/>
            <a:br/>
            <a:r>
              <a:t>• Helps farmers plan cultivation</a:t>
            </a:r>
            <a:br/>
            <a:r>
              <a:t>• Supports policy and food security strategies</a:t>
            </a:r>
            <a:br/>
            <a:r>
              <a:t>• Enables agribusiness forecasting</a:t>
            </a:r>
            <a:br/>
            <a:r>
              <a:t>• Improves resource allocation and risk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7F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Smart Agriculture Through 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This project demonstrates how machine learning, field data, and remote sensing can be combined to deliver practical agricultural decision support and improved yield planning.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